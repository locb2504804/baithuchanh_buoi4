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4" r:id="rId9"/>
    <p:sldId id="25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43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8B5EDF-4324-48C4-A873-5300B880E5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6F1DCEC0-164D-4DFD-AA12-D76E1E3728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6D524C82-3002-4EA9-B914-DEB80C0DDF22}"/>
              </a:ext>
            </a:extLst>
          </p:cNvPr>
          <p:cNvSpPr>
            <a:spLocks noGrp="1"/>
          </p:cNvSpPr>
          <p:nvPr>
            <p:ph type="dt" sz="half" idx="10"/>
          </p:nvPr>
        </p:nvSpPr>
        <p:spPr/>
        <p:txBody>
          <a:bodyPr/>
          <a:lstStyle/>
          <a:p>
            <a:fld id="{BE7A2AD6-E920-48F8-A83C-AFD0858666B8}" type="datetimeFigureOut">
              <a:rPr lang="en-US" smtClean="0"/>
              <a:t>05/02/2026</a:t>
            </a:fld>
            <a:endParaRPr lang="en-US"/>
          </a:p>
        </p:txBody>
      </p:sp>
      <p:sp>
        <p:nvSpPr>
          <p:cNvPr id="5" name="Footer Placeholder 4">
            <a:extLst>
              <a:ext uri="{FF2B5EF4-FFF2-40B4-BE49-F238E27FC236}">
                <a16:creationId xmlns:a16="http://schemas.microsoft.com/office/drawing/2014/main" xmlns="" id="{E135EEEC-2432-498F-8965-0FD91C3209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01F9247B-3843-4DBA-8333-7300CA532F92}"/>
              </a:ext>
            </a:extLst>
          </p:cNvPr>
          <p:cNvSpPr>
            <a:spLocks noGrp="1"/>
          </p:cNvSpPr>
          <p:nvPr>
            <p:ph type="sldNum" sz="quarter" idx="12"/>
          </p:nvPr>
        </p:nvSpPr>
        <p:spPr/>
        <p:txBody>
          <a:bodyPr/>
          <a:lstStyle/>
          <a:p>
            <a:fld id="{4488BBD9-C84E-4095-98C9-BAD377D0C23B}" type="slidenum">
              <a:rPr lang="en-US" smtClean="0"/>
              <a:t>‹#›</a:t>
            </a:fld>
            <a:endParaRPr lang="en-US"/>
          </a:p>
        </p:txBody>
      </p:sp>
    </p:spTree>
    <p:extLst>
      <p:ext uri="{BB962C8B-B14F-4D97-AF65-F5344CB8AC3E}">
        <p14:creationId xmlns:p14="http://schemas.microsoft.com/office/powerpoint/2010/main" val="26059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638F33-4F97-48F5-AE1B-BCD6D80D1E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0656AFEE-4C5A-4D6C-971E-4E5FFEB72E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D35831E-8321-4E87-8A83-3EEDF7C459AE}"/>
              </a:ext>
            </a:extLst>
          </p:cNvPr>
          <p:cNvSpPr>
            <a:spLocks noGrp="1"/>
          </p:cNvSpPr>
          <p:nvPr>
            <p:ph type="dt" sz="half" idx="10"/>
          </p:nvPr>
        </p:nvSpPr>
        <p:spPr/>
        <p:txBody>
          <a:bodyPr/>
          <a:lstStyle/>
          <a:p>
            <a:fld id="{BE7A2AD6-E920-48F8-A83C-AFD0858666B8}" type="datetimeFigureOut">
              <a:rPr lang="en-US" smtClean="0"/>
              <a:t>05/02/2026</a:t>
            </a:fld>
            <a:endParaRPr lang="en-US"/>
          </a:p>
        </p:txBody>
      </p:sp>
      <p:sp>
        <p:nvSpPr>
          <p:cNvPr id="5" name="Footer Placeholder 4">
            <a:extLst>
              <a:ext uri="{FF2B5EF4-FFF2-40B4-BE49-F238E27FC236}">
                <a16:creationId xmlns:a16="http://schemas.microsoft.com/office/drawing/2014/main" xmlns="" id="{1938C660-F18B-4C72-B34A-6A40594042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1248F80-2CA9-4FF3-937B-96A8027DBA68}"/>
              </a:ext>
            </a:extLst>
          </p:cNvPr>
          <p:cNvSpPr>
            <a:spLocks noGrp="1"/>
          </p:cNvSpPr>
          <p:nvPr>
            <p:ph type="sldNum" sz="quarter" idx="12"/>
          </p:nvPr>
        </p:nvSpPr>
        <p:spPr/>
        <p:txBody>
          <a:bodyPr/>
          <a:lstStyle/>
          <a:p>
            <a:fld id="{4488BBD9-C84E-4095-98C9-BAD377D0C23B}" type="slidenum">
              <a:rPr lang="en-US" smtClean="0"/>
              <a:t>‹#›</a:t>
            </a:fld>
            <a:endParaRPr lang="en-US"/>
          </a:p>
        </p:txBody>
      </p:sp>
    </p:spTree>
    <p:extLst>
      <p:ext uri="{BB962C8B-B14F-4D97-AF65-F5344CB8AC3E}">
        <p14:creationId xmlns:p14="http://schemas.microsoft.com/office/powerpoint/2010/main" val="2032869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68362D6-C66D-4EA4-B5B3-89B20817F1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2600D3A2-D7B2-4CD1-A10A-893E1746F2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253BB75-BC28-445F-9F6E-F437488A280C}"/>
              </a:ext>
            </a:extLst>
          </p:cNvPr>
          <p:cNvSpPr>
            <a:spLocks noGrp="1"/>
          </p:cNvSpPr>
          <p:nvPr>
            <p:ph type="dt" sz="half" idx="10"/>
          </p:nvPr>
        </p:nvSpPr>
        <p:spPr/>
        <p:txBody>
          <a:bodyPr/>
          <a:lstStyle/>
          <a:p>
            <a:fld id="{BE7A2AD6-E920-48F8-A83C-AFD0858666B8}" type="datetimeFigureOut">
              <a:rPr lang="en-US" smtClean="0"/>
              <a:t>05/02/2026</a:t>
            </a:fld>
            <a:endParaRPr lang="en-US"/>
          </a:p>
        </p:txBody>
      </p:sp>
      <p:sp>
        <p:nvSpPr>
          <p:cNvPr id="5" name="Footer Placeholder 4">
            <a:extLst>
              <a:ext uri="{FF2B5EF4-FFF2-40B4-BE49-F238E27FC236}">
                <a16:creationId xmlns:a16="http://schemas.microsoft.com/office/drawing/2014/main" xmlns="" id="{DB6673A6-DF3D-49FD-8BB5-8456927372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66E972C-0C6F-4F38-A078-05BD826CA9B1}"/>
              </a:ext>
            </a:extLst>
          </p:cNvPr>
          <p:cNvSpPr>
            <a:spLocks noGrp="1"/>
          </p:cNvSpPr>
          <p:nvPr>
            <p:ph type="sldNum" sz="quarter" idx="12"/>
          </p:nvPr>
        </p:nvSpPr>
        <p:spPr/>
        <p:txBody>
          <a:bodyPr/>
          <a:lstStyle/>
          <a:p>
            <a:fld id="{4488BBD9-C84E-4095-98C9-BAD377D0C23B}" type="slidenum">
              <a:rPr lang="en-US" smtClean="0"/>
              <a:t>‹#›</a:t>
            </a:fld>
            <a:endParaRPr lang="en-US"/>
          </a:p>
        </p:txBody>
      </p:sp>
    </p:spTree>
    <p:extLst>
      <p:ext uri="{BB962C8B-B14F-4D97-AF65-F5344CB8AC3E}">
        <p14:creationId xmlns:p14="http://schemas.microsoft.com/office/powerpoint/2010/main" val="3782476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E1AF98-1004-4EAA-AC09-12533261B3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ABA84296-1C34-4E81-AC43-0182F5C519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094858F7-910A-4D65-A4AD-64898BF2BE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3C2E1D84-15B6-4944-ABC6-4E38F535F4B6}"/>
              </a:ext>
            </a:extLst>
          </p:cNvPr>
          <p:cNvSpPr>
            <a:spLocks noGrp="1"/>
          </p:cNvSpPr>
          <p:nvPr>
            <p:ph type="dt" sz="half" idx="10"/>
          </p:nvPr>
        </p:nvSpPr>
        <p:spPr/>
        <p:txBody>
          <a:bodyPr/>
          <a:lstStyle/>
          <a:p>
            <a:fld id="{BE7A2AD6-E920-48F8-A83C-AFD0858666B8}" type="datetimeFigureOut">
              <a:rPr lang="en-US" smtClean="0"/>
              <a:t>05/02/2026</a:t>
            </a:fld>
            <a:endParaRPr lang="en-US"/>
          </a:p>
        </p:txBody>
      </p:sp>
      <p:sp>
        <p:nvSpPr>
          <p:cNvPr id="6" name="Footer Placeholder 5">
            <a:extLst>
              <a:ext uri="{FF2B5EF4-FFF2-40B4-BE49-F238E27FC236}">
                <a16:creationId xmlns:a16="http://schemas.microsoft.com/office/drawing/2014/main" xmlns="" id="{7AF51F1F-39FB-496B-9313-0851A8FA80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25DB11B2-EF18-4C03-A5F3-7970F3A5F4A9}"/>
              </a:ext>
            </a:extLst>
          </p:cNvPr>
          <p:cNvSpPr>
            <a:spLocks noGrp="1"/>
          </p:cNvSpPr>
          <p:nvPr>
            <p:ph type="sldNum" sz="quarter" idx="12"/>
          </p:nvPr>
        </p:nvSpPr>
        <p:spPr/>
        <p:txBody>
          <a:bodyPr/>
          <a:lstStyle/>
          <a:p>
            <a:fld id="{4488BBD9-C84E-4095-98C9-BAD377D0C23B}" type="slidenum">
              <a:rPr lang="en-US" smtClean="0"/>
              <a:t>‹#›</a:t>
            </a:fld>
            <a:endParaRPr lang="en-US"/>
          </a:p>
        </p:txBody>
      </p:sp>
    </p:spTree>
    <p:extLst>
      <p:ext uri="{BB962C8B-B14F-4D97-AF65-F5344CB8AC3E}">
        <p14:creationId xmlns:p14="http://schemas.microsoft.com/office/powerpoint/2010/main" val="4105153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C19AEB-C013-4D9A-8EA5-CCF62F9ED6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3B49B0E3-44AD-45AD-AAD2-8B2B02C21A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0110E34-B512-458C-90FE-5F15EB0EF6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DAAFEFB1-DA57-4AD1-810F-30D09DDE72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934898EB-E9C2-4E49-8B71-A4E93BA36C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0AE813FC-9246-4076-BFDD-5AF70B7B98F8}"/>
              </a:ext>
            </a:extLst>
          </p:cNvPr>
          <p:cNvSpPr>
            <a:spLocks noGrp="1"/>
          </p:cNvSpPr>
          <p:nvPr>
            <p:ph type="dt" sz="half" idx="10"/>
          </p:nvPr>
        </p:nvSpPr>
        <p:spPr/>
        <p:txBody>
          <a:bodyPr/>
          <a:lstStyle/>
          <a:p>
            <a:fld id="{BE7A2AD6-E920-48F8-A83C-AFD0858666B8}" type="datetimeFigureOut">
              <a:rPr lang="en-US" smtClean="0"/>
              <a:t>05/02/2026</a:t>
            </a:fld>
            <a:endParaRPr lang="en-US"/>
          </a:p>
        </p:txBody>
      </p:sp>
      <p:sp>
        <p:nvSpPr>
          <p:cNvPr id="8" name="Footer Placeholder 7">
            <a:extLst>
              <a:ext uri="{FF2B5EF4-FFF2-40B4-BE49-F238E27FC236}">
                <a16:creationId xmlns:a16="http://schemas.microsoft.com/office/drawing/2014/main" xmlns="" id="{DDAF9284-DBAB-470C-B6A7-CA60AD64629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7B0FC3C5-65C1-4629-A736-4F7A6AE3C65B}"/>
              </a:ext>
            </a:extLst>
          </p:cNvPr>
          <p:cNvSpPr>
            <a:spLocks noGrp="1"/>
          </p:cNvSpPr>
          <p:nvPr>
            <p:ph type="sldNum" sz="quarter" idx="12"/>
          </p:nvPr>
        </p:nvSpPr>
        <p:spPr/>
        <p:txBody>
          <a:bodyPr/>
          <a:lstStyle/>
          <a:p>
            <a:fld id="{4488BBD9-C84E-4095-98C9-BAD377D0C23B}" type="slidenum">
              <a:rPr lang="en-US" smtClean="0"/>
              <a:t>‹#›</a:t>
            </a:fld>
            <a:endParaRPr lang="en-US"/>
          </a:p>
        </p:txBody>
      </p:sp>
    </p:spTree>
    <p:extLst>
      <p:ext uri="{BB962C8B-B14F-4D97-AF65-F5344CB8AC3E}">
        <p14:creationId xmlns:p14="http://schemas.microsoft.com/office/powerpoint/2010/main" val="392618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581956-939E-44A6-8BEF-135B5A380A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D10C4E08-BA87-4264-A105-171DD90C48E8}"/>
              </a:ext>
            </a:extLst>
          </p:cNvPr>
          <p:cNvSpPr>
            <a:spLocks noGrp="1"/>
          </p:cNvSpPr>
          <p:nvPr>
            <p:ph type="dt" sz="half" idx="10"/>
          </p:nvPr>
        </p:nvSpPr>
        <p:spPr/>
        <p:txBody>
          <a:bodyPr/>
          <a:lstStyle/>
          <a:p>
            <a:fld id="{BE7A2AD6-E920-48F8-A83C-AFD0858666B8}" type="datetimeFigureOut">
              <a:rPr lang="en-US" smtClean="0"/>
              <a:t>05/02/2026</a:t>
            </a:fld>
            <a:endParaRPr lang="en-US"/>
          </a:p>
        </p:txBody>
      </p:sp>
      <p:sp>
        <p:nvSpPr>
          <p:cNvPr id="4" name="Footer Placeholder 3">
            <a:extLst>
              <a:ext uri="{FF2B5EF4-FFF2-40B4-BE49-F238E27FC236}">
                <a16:creationId xmlns:a16="http://schemas.microsoft.com/office/drawing/2014/main" xmlns="" id="{A7F82D9B-EF7A-49D8-9349-1442EC321A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385FC159-94A6-4811-8FA4-1DD59ABA783F}"/>
              </a:ext>
            </a:extLst>
          </p:cNvPr>
          <p:cNvSpPr>
            <a:spLocks noGrp="1"/>
          </p:cNvSpPr>
          <p:nvPr>
            <p:ph type="sldNum" sz="quarter" idx="12"/>
          </p:nvPr>
        </p:nvSpPr>
        <p:spPr/>
        <p:txBody>
          <a:bodyPr/>
          <a:lstStyle/>
          <a:p>
            <a:fld id="{4488BBD9-C84E-4095-98C9-BAD377D0C23B}" type="slidenum">
              <a:rPr lang="en-US" smtClean="0"/>
              <a:t>‹#›</a:t>
            </a:fld>
            <a:endParaRPr lang="en-US"/>
          </a:p>
        </p:txBody>
      </p:sp>
    </p:spTree>
    <p:extLst>
      <p:ext uri="{BB962C8B-B14F-4D97-AF65-F5344CB8AC3E}">
        <p14:creationId xmlns:p14="http://schemas.microsoft.com/office/powerpoint/2010/main" val="1932548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B10C1DD4-CA03-4BF4-991E-6D3170A8FFE6}"/>
              </a:ext>
            </a:extLst>
          </p:cNvPr>
          <p:cNvSpPr>
            <a:spLocks noGrp="1"/>
          </p:cNvSpPr>
          <p:nvPr>
            <p:ph type="dt" sz="half" idx="10"/>
          </p:nvPr>
        </p:nvSpPr>
        <p:spPr/>
        <p:txBody>
          <a:bodyPr/>
          <a:lstStyle/>
          <a:p>
            <a:fld id="{BE7A2AD6-E920-48F8-A83C-AFD0858666B8}" type="datetimeFigureOut">
              <a:rPr lang="en-US" smtClean="0"/>
              <a:t>05/02/2026</a:t>
            </a:fld>
            <a:endParaRPr lang="en-US"/>
          </a:p>
        </p:txBody>
      </p:sp>
      <p:sp>
        <p:nvSpPr>
          <p:cNvPr id="3" name="Footer Placeholder 2">
            <a:extLst>
              <a:ext uri="{FF2B5EF4-FFF2-40B4-BE49-F238E27FC236}">
                <a16:creationId xmlns:a16="http://schemas.microsoft.com/office/drawing/2014/main" xmlns="" id="{41F58F26-54A0-4E41-9E4F-E8EB38F270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692DB3C9-41A3-4997-8DFA-9DC330F088FF}"/>
              </a:ext>
            </a:extLst>
          </p:cNvPr>
          <p:cNvSpPr>
            <a:spLocks noGrp="1"/>
          </p:cNvSpPr>
          <p:nvPr>
            <p:ph type="sldNum" sz="quarter" idx="12"/>
          </p:nvPr>
        </p:nvSpPr>
        <p:spPr/>
        <p:txBody>
          <a:bodyPr/>
          <a:lstStyle/>
          <a:p>
            <a:fld id="{4488BBD9-C84E-4095-98C9-BAD377D0C23B}" type="slidenum">
              <a:rPr lang="en-US" smtClean="0"/>
              <a:t>‹#›</a:t>
            </a:fld>
            <a:endParaRPr lang="en-US"/>
          </a:p>
        </p:txBody>
      </p:sp>
    </p:spTree>
    <p:extLst>
      <p:ext uri="{BB962C8B-B14F-4D97-AF65-F5344CB8AC3E}">
        <p14:creationId xmlns:p14="http://schemas.microsoft.com/office/powerpoint/2010/main" val="2166302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1F422D-50F8-4944-80D6-4F9D9A658E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60094CE8-E615-4FD6-A21C-17F3A80012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9198EBD5-65D0-4AE8-A0BC-B975DBA8D0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C74E234-718E-452D-9956-2E64E28FC655}"/>
              </a:ext>
            </a:extLst>
          </p:cNvPr>
          <p:cNvSpPr>
            <a:spLocks noGrp="1"/>
          </p:cNvSpPr>
          <p:nvPr>
            <p:ph type="dt" sz="half" idx="10"/>
          </p:nvPr>
        </p:nvSpPr>
        <p:spPr/>
        <p:txBody>
          <a:bodyPr/>
          <a:lstStyle/>
          <a:p>
            <a:fld id="{BE7A2AD6-E920-48F8-A83C-AFD0858666B8}" type="datetimeFigureOut">
              <a:rPr lang="en-US" smtClean="0"/>
              <a:t>05/02/2026</a:t>
            </a:fld>
            <a:endParaRPr lang="en-US"/>
          </a:p>
        </p:txBody>
      </p:sp>
      <p:sp>
        <p:nvSpPr>
          <p:cNvPr id="6" name="Footer Placeholder 5">
            <a:extLst>
              <a:ext uri="{FF2B5EF4-FFF2-40B4-BE49-F238E27FC236}">
                <a16:creationId xmlns:a16="http://schemas.microsoft.com/office/drawing/2014/main" xmlns="" id="{48A09E6D-EED2-4155-A45E-93CB62FED0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ECEA03E0-9E41-4FD5-8D4B-4CB14A06A0A2}"/>
              </a:ext>
            </a:extLst>
          </p:cNvPr>
          <p:cNvSpPr>
            <a:spLocks noGrp="1"/>
          </p:cNvSpPr>
          <p:nvPr>
            <p:ph type="sldNum" sz="quarter" idx="12"/>
          </p:nvPr>
        </p:nvSpPr>
        <p:spPr/>
        <p:txBody>
          <a:bodyPr/>
          <a:lstStyle/>
          <a:p>
            <a:fld id="{4488BBD9-C84E-4095-98C9-BAD377D0C23B}" type="slidenum">
              <a:rPr lang="en-US" smtClean="0"/>
              <a:t>‹#›</a:t>
            </a:fld>
            <a:endParaRPr lang="en-US"/>
          </a:p>
        </p:txBody>
      </p:sp>
    </p:spTree>
    <p:extLst>
      <p:ext uri="{BB962C8B-B14F-4D97-AF65-F5344CB8AC3E}">
        <p14:creationId xmlns:p14="http://schemas.microsoft.com/office/powerpoint/2010/main" val="3355201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F561A3-8FC0-4D99-BD87-D195DC619E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E57B54A8-CF32-4F8B-8F92-9F01A73527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F8576E38-1B2E-47E6-9F1C-AF0303A216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C4F6E0A8-84F0-41B5-A65C-0E6F35A0AA5F}"/>
              </a:ext>
            </a:extLst>
          </p:cNvPr>
          <p:cNvSpPr>
            <a:spLocks noGrp="1"/>
          </p:cNvSpPr>
          <p:nvPr>
            <p:ph type="dt" sz="half" idx="10"/>
          </p:nvPr>
        </p:nvSpPr>
        <p:spPr/>
        <p:txBody>
          <a:bodyPr/>
          <a:lstStyle/>
          <a:p>
            <a:fld id="{BE7A2AD6-E920-48F8-A83C-AFD0858666B8}" type="datetimeFigureOut">
              <a:rPr lang="en-US" smtClean="0"/>
              <a:t>05/02/2026</a:t>
            </a:fld>
            <a:endParaRPr lang="en-US"/>
          </a:p>
        </p:txBody>
      </p:sp>
      <p:sp>
        <p:nvSpPr>
          <p:cNvPr id="6" name="Footer Placeholder 5">
            <a:extLst>
              <a:ext uri="{FF2B5EF4-FFF2-40B4-BE49-F238E27FC236}">
                <a16:creationId xmlns:a16="http://schemas.microsoft.com/office/drawing/2014/main" xmlns="" id="{82A5B483-3EC5-4671-BABE-5AC3E03B72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CBE010D9-8217-44E1-80C1-35BFC5715CD9}"/>
              </a:ext>
            </a:extLst>
          </p:cNvPr>
          <p:cNvSpPr>
            <a:spLocks noGrp="1"/>
          </p:cNvSpPr>
          <p:nvPr>
            <p:ph type="sldNum" sz="quarter" idx="12"/>
          </p:nvPr>
        </p:nvSpPr>
        <p:spPr/>
        <p:txBody>
          <a:bodyPr/>
          <a:lstStyle/>
          <a:p>
            <a:fld id="{4488BBD9-C84E-4095-98C9-BAD377D0C23B}" type="slidenum">
              <a:rPr lang="en-US" smtClean="0"/>
              <a:t>‹#›</a:t>
            </a:fld>
            <a:endParaRPr lang="en-US"/>
          </a:p>
        </p:txBody>
      </p:sp>
    </p:spTree>
    <p:extLst>
      <p:ext uri="{BB962C8B-B14F-4D97-AF65-F5344CB8AC3E}">
        <p14:creationId xmlns:p14="http://schemas.microsoft.com/office/powerpoint/2010/main" val="2172744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6DBDAE-4D36-4E1E-8FEE-F38695AF00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46718E2A-1DA4-45D9-BAB6-5C06A2D7D1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1165478-8635-419F-85D8-B95815E0EAD3}"/>
              </a:ext>
            </a:extLst>
          </p:cNvPr>
          <p:cNvSpPr>
            <a:spLocks noGrp="1"/>
          </p:cNvSpPr>
          <p:nvPr>
            <p:ph type="dt" sz="half" idx="10"/>
          </p:nvPr>
        </p:nvSpPr>
        <p:spPr/>
        <p:txBody>
          <a:bodyPr/>
          <a:lstStyle/>
          <a:p>
            <a:fld id="{BE7A2AD6-E920-48F8-A83C-AFD0858666B8}" type="datetimeFigureOut">
              <a:rPr lang="en-US" smtClean="0"/>
              <a:t>05/02/2026</a:t>
            </a:fld>
            <a:endParaRPr lang="en-US"/>
          </a:p>
        </p:txBody>
      </p:sp>
      <p:sp>
        <p:nvSpPr>
          <p:cNvPr id="5" name="Footer Placeholder 4">
            <a:extLst>
              <a:ext uri="{FF2B5EF4-FFF2-40B4-BE49-F238E27FC236}">
                <a16:creationId xmlns:a16="http://schemas.microsoft.com/office/drawing/2014/main" xmlns="" id="{745A1A87-2045-4A47-99FE-8BFD375ABB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D48F05F-ED64-44A2-A89B-96CB4A6A0F7A}"/>
              </a:ext>
            </a:extLst>
          </p:cNvPr>
          <p:cNvSpPr>
            <a:spLocks noGrp="1"/>
          </p:cNvSpPr>
          <p:nvPr>
            <p:ph type="sldNum" sz="quarter" idx="12"/>
          </p:nvPr>
        </p:nvSpPr>
        <p:spPr/>
        <p:txBody>
          <a:bodyPr/>
          <a:lstStyle/>
          <a:p>
            <a:fld id="{4488BBD9-C84E-4095-98C9-BAD377D0C23B}" type="slidenum">
              <a:rPr lang="en-US" smtClean="0"/>
              <a:t>‹#›</a:t>
            </a:fld>
            <a:endParaRPr lang="en-US"/>
          </a:p>
        </p:txBody>
      </p:sp>
    </p:spTree>
    <p:extLst>
      <p:ext uri="{BB962C8B-B14F-4D97-AF65-F5344CB8AC3E}">
        <p14:creationId xmlns:p14="http://schemas.microsoft.com/office/powerpoint/2010/main" val="2691919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EE68811E-8A82-45ED-B4C4-C98ABF6164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5B57D03E-254F-4501-82C4-3160A7AA2B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92339052-A610-498E-AD1D-069CE0C8EF4E}"/>
              </a:ext>
            </a:extLst>
          </p:cNvPr>
          <p:cNvSpPr>
            <a:spLocks noGrp="1"/>
          </p:cNvSpPr>
          <p:nvPr>
            <p:ph type="dt" sz="half" idx="10"/>
          </p:nvPr>
        </p:nvSpPr>
        <p:spPr/>
        <p:txBody>
          <a:bodyPr/>
          <a:lstStyle/>
          <a:p>
            <a:fld id="{BE7A2AD6-E920-48F8-A83C-AFD0858666B8}" type="datetimeFigureOut">
              <a:rPr lang="en-US" smtClean="0"/>
              <a:t>05/02/2026</a:t>
            </a:fld>
            <a:endParaRPr lang="en-US"/>
          </a:p>
        </p:txBody>
      </p:sp>
      <p:sp>
        <p:nvSpPr>
          <p:cNvPr id="5" name="Footer Placeholder 4">
            <a:extLst>
              <a:ext uri="{FF2B5EF4-FFF2-40B4-BE49-F238E27FC236}">
                <a16:creationId xmlns:a16="http://schemas.microsoft.com/office/drawing/2014/main" xmlns="" id="{9D975841-347B-4932-9C50-235E48BF6C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290D1A47-ABCB-42A3-B64F-82C03A3029BE}"/>
              </a:ext>
            </a:extLst>
          </p:cNvPr>
          <p:cNvSpPr>
            <a:spLocks noGrp="1"/>
          </p:cNvSpPr>
          <p:nvPr>
            <p:ph type="sldNum" sz="quarter" idx="12"/>
          </p:nvPr>
        </p:nvSpPr>
        <p:spPr/>
        <p:txBody>
          <a:bodyPr/>
          <a:lstStyle/>
          <a:p>
            <a:fld id="{4488BBD9-C84E-4095-98C9-BAD377D0C23B}" type="slidenum">
              <a:rPr lang="en-US" smtClean="0"/>
              <a:t>‹#›</a:t>
            </a:fld>
            <a:endParaRPr lang="en-US"/>
          </a:p>
        </p:txBody>
      </p:sp>
    </p:spTree>
    <p:extLst>
      <p:ext uri="{BB962C8B-B14F-4D97-AF65-F5344CB8AC3E}">
        <p14:creationId xmlns:p14="http://schemas.microsoft.com/office/powerpoint/2010/main" val="2866632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4B9090C5-C0F6-43B4-A768-FECBBC94AF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986FC8F4-E946-413A-AE3F-A39F874665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2BF2976-3938-4996-A7D4-7A41962184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7A2AD6-E920-48F8-A83C-AFD0858666B8}" type="datetimeFigureOut">
              <a:rPr lang="en-US" smtClean="0"/>
              <a:t>05/02/2026</a:t>
            </a:fld>
            <a:endParaRPr lang="en-US"/>
          </a:p>
        </p:txBody>
      </p:sp>
      <p:sp>
        <p:nvSpPr>
          <p:cNvPr id="5" name="Footer Placeholder 4">
            <a:extLst>
              <a:ext uri="{FF2B5EF4-FFF2-40B4-BE49-F238E27FC236}">
                <a16:creationId xmlns:a16="http://schemas.microsoft.com/office/drawing/2014/main" xmlns="" id="{7C6FD6B5-7B25-4A90-A019-40D9DE18AA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4D145CD0-C511-4719-A099-54D22862E3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88BBD9-C84E-4095-98C9-BAD377D0C23B}" type="slidenum">
              <a:rPr lang="en-US" smtClean="0"/>
              <a:t>‹#›</a:t>
            </a:fld>
            <a:endParaRPr lang="en-US"/>
          </a:p>
        </p:txBody>
      </p:sp>
    </p:spTree>
    <p:extLst>
      <p:ext uri="{BB962C8B-B14F-4D97-AF65-F5344CB8AC3E}">
        <p14:creationId xmlns:p14="http://schemas.microsoft.com/office/powerpoint/2010/main" val="39597292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2B07FAA3-1EE7-423B-A193-7CC276436E89}"/>
              </a:ext>
            </a:extLst>
          </p:cNvPr>
          <p:cNvSpPr/>
          <p:nvPr/>
        </p:nvSpPr>
        <p:spPr>
          <a:xfrm>
            <a:off x="0" y="0"/>
            <a:ext cx="12192000" cy="6858000"/>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xmlns="" id="{E82836B9-8D5D-4145-A770-E9DC9ABE6EF5}"/>
              </a:ext>
            </a:extLst>
          </p:cNvPr>
          <p:cNvSpPr txBox="1"/>
          <p:nvPr/>
        </p:nvSpPr>
        <p:spPr>
          <a:xfrm>
            <a:off x="2568388" y="1461248"/>
            <a:ext cx="7055224" cy="707886"/>
          </a:xfrm>
          <a:prstGeom prst="rect">
            <a:avLst/>
          </a:prstGeom>
          <a:noFill/>
        </p:spPr>
        <p:txBody>
          <a:bodyPr wrap="square" rtlCol="0">
            <a:spAutoFit/>
          </a:bodyPr>
          <a:lstStyle/>
          <a:p>
            <a:r>
              <a:rPr lang="vi-VN" sz="4000" smtClean="0">
                <a:solidFill>
                  <a:schemeClr val="accent2"/>
                </a:solidFill>
              </a:rPr>
              <a:t>BỐ CỤC </a:t>
            </a:r>
            <a:r>
              <a:rPr lang="vi-VN" sz="4000" dirty="0">
                <a:solidFill>
                  <a:schemeClr val="accent2"/>
                </a:solidFill>
              </a:rPr>
              <a:t>BÀI THUYẾT TRÌNH</a:t>
            </a:r>
            <a:endParaRPr lang="en-US" sz="4000" dirty="0">
              <a:solidFill>
                <a:schemeClr val="accent2"/>
              </a:solidFill>
            </a:endParaRPr>
          </a:p>
        </p:txBody>
      </p:sp>
      <p:sp>
        <p:nvSpPr>
          <p:cNvPr id="2" name="TextBox 1"/>
          <p:cNvSpPr txBox="1"/>
          <p:nvPr/>
        </p:nvSpPr>
        <p:spPr>
          <a:xfrm>
            <a:off x="3911600" y="2658534"/>
            <a:ext cx="5630333" cy="646331"/>
          </a:xfrm>
          <a:prstGeom prst="rect">
            <a:avLst/>
          </a:prstGeom>
          <a:noFill/>
        </p:spPr>
        <p:txBody>
          <a:bodyPr wrap="square" rtlCol="0">
            <a:spAutoFit/>
          </a:bodyPr>
          <a:lstStyle/>
          <a:p>
            <a:r>
              <a:rPr lang="en-US" sz="3600" b="1" smtClean="0"/>
              <a:t>ThS.</a:t>
            </a:r>
            <a:r>
              <a:rPr lang="vi-VN" sz="3600" b="1" smtClean="0"/>
              <a:t>Nguyễn Minh Trung</a:t>
            </a:r>
            <a:endParaRPr lang="en-US" sz="3600" b="1"/>
          </a:p>
        </p:txBody>
      </p:sp>
    </p:spTree>
    <p:extLst>
      <p:ext uri="{BB962C8B-B14F-4D97-AF65-F5344CB8AC3E}">
        <p14:creationId xmlns:p14="http://schemas.microsoft.com/office/powerpoint/2010/main" val="4043336074"/>
      </p:ext>
    </p:extLst>
  </p:cSld>
  <p:clrMapOvr>
    <a:masterClrMapping/>
  </p:clrMapOvr>
  <p:transition spd="slow">
    <p:push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0FBADB-7F58-4B46-80A5-D21B7E8985D1}"/>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xmlns="" id="{F3453CFA-AC30-4273-B9C3-C3B836A17387}"/>
              </a:ext>
            </a:extLst>
          </p:cNvPr>
          <p:cNvSpPr>
            <a:spLocks noGrp="1"/>
          </p:cNvSpPr>
          <p:nvPr>
            <p:ph type="subTitle" idx="1"/>
          </p:nvPr>
        </p:nvSpPr>
        <p:spPr/>
        <p:txBody>
          <a:bodyPr/>
          <a:lstStyle/>
          <a:p>
            <a:endParaRPr lang="en-US"/>
          </a:p>
        </p:txBody>
      </p:sp>
      <p:sp>
        <p:nvSpPr>
          <p:cNvPr id="4" name="Rectangle 3">
            <a:extLst>
              <a:ext uri="{FF2B5EF4-FFF2-40B4-BE49-F238E27FC236}">
                <a16:creationId xmlns:a16="http://schemas.microsoft.com/office/drawing/2014/main" xmlns="" id="{F258AD94-9AA9-4DA1-85BC-0BDA32BDD41D}"/>
              </a:ext>
            </a:extLst>
          </p:cNvPr>
          <p:cNvSpPr/>
          <p:nvPr/>
        </p:nvSpPr>
        <p:spPr>
          <a:xfrm>
            <a:off x="0" y="0"/>
            <a:ext cx="12192000" cy="6858000"/>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87400" y="1794934"/>
            <a:ext cx="3767667" cy="707886"/>
          </a:xfrm>
          <a:prstGeom prst="rect">
            <a:avLst/>
          </a:prstGeom>
          <a:noFill/>
        </p:spPr>
        <p:txBody>
          <a:bodyPr wrap="square" rtlCol="0">
            <a:spAutoFit/>
          </a:bodyPr>
          <a:lstStyle/>
          <a:p>
            <a:r>
              <a:rPr lang="en-US" sz="4000">
                <a:solidFill>
                  <a:schemeClr val="accent2"/>
                </a:solidFill>
              </a:rPr>
              <a:t>Giới Thiệu</a:t>
            </a:r>
          </a:p>
        </p:txBody>
      </p:sp>
      <p:sp>
        <p:nvSpPr>
          <p:cNvPr id="6" name="TextBox 5"/>
          <p:cNvSpPr txBox="1"/>
          <p:nvPr/>
        </p:nvSpPr>
        <p:spPr>
          <a:xfrm>
            <a:off x="1439333" y="3056467"/>
            <a:ext cx="7196667" cy="2308324"/>
          </a:xfrm>
          <a:prstGeom prst="rect">
            <a:avLst/>
          </a:prstGeom>
          <a:noFill/>
        </p:spPr>
        <p:txBody>
          <a:bodyPr wrap="square" rtlCol="0">
            <a:spAutoFit/>
          </a:bodyPr>
          <a:lstStyle/>
          <a:p>
            <a:r>
              <a:rPr lang="en-US" sz="2400" smtClean="0"/>
              <a:t>. Ph</a:t>
            </a:r>
            <a:r>
              <a:rPr lang="vi-VN" sz="2400" smtClean="0"/>
              <a:t>ần mở đầu</a:t>
            </a:r>
          </a:p>
          <a:p>
            <a:r>
              <a:rPr lang="vi-VN" sz="2400" smtClean="0"/>
              <a:t>          -Mục đích cần đạt</a:t>
            </a:r>
          </a:p>
          <a:p>
            <a:r>
              <a:rPr lang="vi-VN" sz="2400" smtClean="0"/>
              <a:t>.phần chính</a:t>
            </a:r>
          </a:p>
          <a:p>
            <a:r>
              <a:rPr lang="vi-VN" sz="2400" smtClean="0"/>
              <a:t>          -Đưa ra giải pháp ý kiến</a:t>
            </a:r>
          </a:p>
          <a:p>
            <a:r>
              <a:rPr lang="vi-VN" sz="2400" smtClean="0"/>
              <a:t>.Phần kết</a:t>
            </a:r>
          </a:p>
          <a:p>
            <a:r>
              <a:rPr lang="vi-VN" sz="2400" smtClean="0"/>
              <a:t>          -Tóm Tắt các nội dung đã được trình bày</a:t>
            </a:r>
            <a:endParaRPr lang="en-US" sz="2400"/>
          </a:p>
        </p:txBody>
      </p:sp>
    </p:spTree>
    <p:extLst>
      <p:ext uri="{BB962C8B-B14F-4D97-AF65-F5344CB8AC3E}">
        <p14:creationId xmlns:p14="http://schemas.microsoft.com/office/powerpoint/2010/main" val="1074014230"/>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0FBADB-7F58-4B46-80A5-D21B7E8985D1}"/>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xmlns="" id="{F3453CFA-AC30-4273-B9C3-C3B836A17387}"/>
              </a:ext>
            </a:extLst>
          </p:cNvPr>
          <p:cNvSpPr>
            <a:spLocks noGrp="1"/>
          </p:cNvSpPr>
          <p:nvPr>
            <p:ph type="subTitle" idx="1"/>
          </p:nvPr>
        </p:nvSpPr>
        <p:spPr/>
        <p:txBody>
          <a:bodyPr/>
          <a:lstStyle/>
          <a:p>
            <a:endParaRPr lang="en-US"/>
          </a:p>
        </p:txBody>
      </p:sp>
      <p:sp>
        <p:nvSpPr>
          <p:cNvPr id="4" name="Rectangle 3">
            <a:extLst>
              <a:ext uri="{FF2B5EF4-FFF2-40B4-BE49-F238E27FC236}">
                <a16:creationId xmlns:a16="http://schemas.microsoft.com/office/drawing/2014/main" xmlns="" id="{F258AD94-9AA9-4DA1-85BC-0BDA32BDD41D}"/>
              </a:ext>
            </a:extLst>
          </p:cNvPr>
          <p:cNvSpPr/>
          <p:nvPr/>
        </p:nvSpPr>
        <p:spPr>
          <a:xfrm>
            <a:off x="0" y="0"/>
            <a:ext cx="12192000" cy="6858000"/>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87400" y="1794934"/>
            <a:ext cx="3767667" cy="707886"/>
          </a:xfrm>
          <a:prstGeom prst="rect">
            <a:avLst/>
          </a:prstGeom>
          <a:noFill/>
        </p:spPr>
        <p:txBody>
          <a:bodyPr wrap="square" rtlCol="0">
            <a:spAutoFit/>
          </a:bodyPr>
          <a:lstStyle/>
          <a:p>
            <a:r>
              <a:rPr lang="vi-VN" sz="4000" smtClean="0">
                <a:solidFill>
                  <a:schemeClr val="accent2"/>
                </a:solidFill>
              </a:rPr>
              <a:t>Phần Mở Đầu</a:t>
            </a:r>
            <a:endParaRPr lang="en-US" sz="4000">
              <a:solidFill>
                <a:schemeClr val="accent2"/>
              </a:solidFill>
            </a:endParaRPr>
          </a:p>
        </p:txBody>
      </p:sp>
      <p:sp>
        <p:nvSpPr>
          <p:cNvPr id="6" name="TextBox 5"/>
          <p:cNvSpPr txBox="1"/>
          <p:nvPr/>
        </p:nvSpPr>
        <p:spPr>
          <a:xfrm>
            <a:off x="1439333" y="3056467"/>
            <a:ext cx="7196667" cy="3046988"/>
          </a:xfrm>
          <a:prstGeom prst="rect">
            <a:avLst/>
          </a:prstGeom>
          <a:noFill/>
        </p:spPr>
        <p:txBody>
          <a:bodyPr wrap="square" rtlCol="0">
            <a:spAutoFit/>
          </a:bodyPr>
          <a:lstStyle/>
          <a:p>
            <a:r>
              <a:rPr lang="vi-VN" sz="2400" smtClean="0"/>
              <a:t>.Thu hút sự chú ý của người nghe</a:t>
            </a:r>
          </a:p>
          <a:p>
            <a:r>
              <a:rPr lang="vi-VN" sz="2400" smtClean="0"/>
              <a:t>  -Sử dụng nội dung trích dẫn</a:t>
            </a:r>
          </a:p>
          <a:p>
            <a:r>
              <a:rPr lang="vi-VN" sz="2400" smtClean="0"/>
              <a:t>  -một câu hỏi</a:t>
            </a:r>
          </a:p>
          <a:p>
            <a:r>
              <a:rPr lang="vi-VN" sz="2400" smtClean="0"/>
              <a:t>  -một lời hứa</a:t>
            </a:r>
          </a:p>
          <a:p>
            <a:r>
              <a:rPr lang="vi-VN" sz="2400" smtClean="0"/>
              <a:t>  -Thậm chí làm một người phải hoạt động</a:t>
            </a:r>
          </a:p>
          <a:p>
            <a:r>
              <a:rPr lang="vi-VN" sz="2400" smtClean="0"/>
              <a:t>.Tóm lược các nội dung liên quan</a:t>
            </a:r>
          </a:p>
          <a:p>
            <a:r>
              <a:rPr lang="vi-VN" sz="2400" smtClean="0"/>
              <a:t>  -Đã được trình bày</a:t>
            </a:r>
          </a:p>
          <a:p>
            <a:endParaRPr lang="en-US" sz="2400"/>
          </a:p>
        </p:txBody>
      </p:sp>
    </p:spTree>
    <p:extLst>
      <p:ext uri="{BB962C8B-B14F-4D97-AF65-F5344CB8AC3E}">
        <p14:creationId xmlns:p14="http://schemas.microsoft.com/office/powerpoint/2010/main" val="306495513"/>
      </p:ext>
    </p:extLst>
  </p:cSld>
  <p:clrMapOvr>
    <a:masterClrMapping/>
  </p:clrMapOvr>
  <p:transition spd="slow">
    <p:randomBar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0FBADB-7F58-4B46-80A5-D21B7E8985D1}"/>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xmlns="" id="{F3453CFA-AC30-4273-B9C3-C3B836A17387}"/>
              </a:ext>
            </a:extLst>
          </p:cNvPr>
          <p:cNvSpPr>
            <a:spLocks noGrp="1"/>
          </p:cNvSpPr>
          <p:nvPr>
            <p:ph type="subTitle" idx="1"/>
          </p:nvPr>
        </p:nvSpPr>
        <p:spPr/>
        <p:txBody>
          <a:bodyPr/>
          <a:lstStyle/>
          <a:p>
            <a:endParaRPr lang="en-US"/>
          </a:p>
        </p:txBody>
      </p:sp>
      <p:sp>
        <p:nvSpPr>
          <p:cNvPr id="4" name="Rectangle 3">
            <a:extLst>
              <a:ext uri="{FF2B5EF4-FFF2-40B4-BE49-F238E27FC236}">
                <a16:creationId xmlns:a16="http://schemas.microsoft.com/office/drawing/2014/main" xmlns="" id="{F258AD94-9AA9-4DA1-85BC-0BDA32BDD41D}"/>
              </a:ext>
            </a:extLst>
          </p:cNvPr>
          <p:cNvSpPr/>
          <p:nvPr/>
        </p:nvSpPr>
        <p:spPr>
          <a:xfrm>
            <a:off x="0" y="0"/>
            <a:ext cx="12192000" cy="6858000"/>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87400" y="1794934"/>
            <a:ext cx="3767667" cy="707886"/>
          </a:xfrm>
          <a:prstGeom prst="rect">
            <a:avLst/>
          </a:prstGeom>
          <a:noFill/>
        </p:spPr>
        <p:txBody>
          <a:bodyPr wrap="square" rtlCol="0">
            <a:spAutoFit/>
          </a:bodyPr>
          <a:lstStyle/>
          <a:p>
            <a:r>
              <a:rPr lang="vi-VN" sz="4000" smtClean="0">
                <a:solidFill>
                  <a:schemeClr val="accent2"/>
                </a:solidFill>
              </a:rPr>
              <a:t>Phần chính</a:t>
            </a:r>
            <a:endParaRPr lang="en-US" sz="4000">
              <a:solidFill>
                <a:schemeClr val="accent2"/>
              </a:solidFill>
            </a:endParaRPr>
          </a:p>
        </p:txBody>
      </p:sp>
      <p:sp>
        <p:nvSpPr>
          <p:cNvPr id="6" name="TextBox 5"/>
          <p:cNvSpPr txBox="1"/>
          <p:nvPr/>
        </p:nvSpPr>
        <p:spPr>
          <a:xfrm>
            <a:off x="1439333" y="3056467"/>
            <a:ext cx="7196667" cy="2308324"/>
          </a:xfrm>
          <a:prstGeom prst="rect">
            <a:avLst/>
          </a:prstGeom>
          <a:noFill/>
        </p:spPr>
        <p:txBody>
          <a:bodyPr wrap="square" rtlCol="0">
            <a:spAutoFit/>
          </a:bodyPr>
          <a:lstStyle/>
          <a:p>
            <a:r>
              <a:rPr lang="vi-VN" sz="2400" smtClean="0"/>
              <a:t>.Phần chính các nội dung</a:t>
            </a:r>
          </a:p>
          <a:p>
            <a:r>
              <a:rPr lang="vi-VN" sz="2400" smtClean="0"/>
              <a:t>-vấn đề cần giải quyết , yêu cầu công việc</a:t>
            </a:r>
          </a:p>
          <a:p>
            <a:r>
              <a:rPr lang="vi-VN" sz="2400" smtClean="0"/>
              <a:t>-ý tưởng và giải pháp</a:t>
            </a:r>
          </a:p>
          <a:p>
            <a:r>
              <a:rPr lang="vi-VN" sz="2400" smtClean="0"/>
              <a:t>-Cung cấp ví dụ để chứng minh</a:t>
            </a:r>
          </a:p>
          <a:p>
            <a:r>
              <a:rPr lang="vi-VN" sz="2400" smtClean="0"/>
              <a:t>-Lợi ích khi áp dụng giải pháp</a:t>
            </a:r>
          </a:p>
          <a:p>
            <a:r>
              <a:rPr lang="vi-VN" sz="2400" smtClean="0"/>
              <a:t>-Chương trình hành đông /các việc làm cụ thể</a:t>
            </a:r>
            <a:endParaRPr lang="en-US" sz="2400"/>
          </a:p>
        </p:txBody>
      </p:sp>
    </p:spTree>
    <p:extLst>
      <p:ext uri="{BB962C8B-B14F-4D97-AF65-F5344CB8AC3E}">
        <p14:creationId xmlns:p14="http://schemas.microsoft.com/office/powerpoint/2010/main" val="288413954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0FBADB-7F58-4B46-80A5-D21B7E8985D1}"/>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xmlns="" id="{F3453CFA-AC30-4273-B9C3-C3B836A17387}"/>
              </a:ext>
            </a:extLst>
          </p:cNvPr>
          <p:cNvSpPr>
            <a:spLocks noGrp="1"/>
          </p:cNvSpPr>
          <p:nvPr>
            <p:ph type="subTitle" idx="1"/>
          </p:nvPr>
        </p:nvSpPr>
        <p:spPr/>
        <p:txBody>
          <a:bodyPr/>
          <a:lstStyle/>
          <a:p>
            <a:endParaRPr lang="en-US"/>
          </a:p>
        </p:txBody>
      </p:sp>
      <p:sp>
        <p:nvSpPr>
          <p:cNvPr id="4" name="Rectangle 3">
            <a:extLst>
              <a:ext uri="{FF2B5EF4-FFF2-40B4-BE49-F238E27FC236}">
                <a16:creationId xmlns:a16="http://schemas.microsoft.com/office/drawing/2014/main" xmlns="" id="{F258AD94-9AA9-4DA1-85BC-0BDA32BDD41D}"/>
              </a:ext>
            </a:extLst>
          </p:cNvPr>
          <p:cNvSpPr/>
          <p:nvPr/>
        </p:nvSpPr>
        <p:spPr>
          <a:xfrm>
            <a:off x="0" y="0"/>
            <a:ext cx="12192000" cy="6858000"/>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87400" y="1794934"/>
            <a:ext cx="3767667" cy="707886"/>
          </a:xfrm>
          <a:prstGeom prst="rect">
            <a:avLst/>
          </a:prstGeom>
          <a:noFill/>
        </p:spPr>
        <p:txBody>
          <a:bodyPr wrap="square" rtlCol="0">
            <a:spAutoFit/>
          </a:bodyPr>
          <a:lstStyle/>
          <a:p>
            <a:r>
              <a:rPr lang="vi-VN" sz="4000" smtClean="0">
                <a:solidFill>
                  <a:schemeClr val="accent2"/>
                </a:solidFill>
              </a:rPr>
              <a:t>Phần kết</a:t>
            </a:r>
            <a:endParaRPr lang="en-US" sz="4000">
              <a:solidFill>
                <a:schemeClr val="accent2"/>
              </a:solidFill>
            </a:endParaRPr>
          </a:p>
        </p:txBody>
      </p:sp>
      <p:sp>
        <p:nvSpPr>
          <p:cNvPr id="6" name="TextBox 5"/>
          <p:cNvSpPr txBox="1"/>
          <p:nvPr/>
        </p:nvSpPr>
        <p:spPr>
          <a:xfrm>
            <a:off x="1439333" y="3056467"/>
            <a:ext cx="7196667" cy="1200329"/>
          </a:xfrm>
          <a:prstGeom prst="rect">
            <a:avLst/>
          </a:prstGeom>
          <a:noFill/>
        </p:spPr>
        <p:txBody>
          <a:bodyPr wrap="square" rtlCol="0">
            <a:spAutoFit/>
          </a:bodyPr>
          <a:lstStyle/>
          <a:p>
            <a:r>
              <a:rPr lang="vi-VN" sz="2400" smtClean="0"/>
              <a:t>.Tóm tắt</a:t>
            </a:r>
          </a:p>
          <a:p>
            <a:r>
              <a:rPr lang="vi-VN" sz="2400" smtClean="0"/>
              <a:t>.Kết luận cuối cùng</a:t>
            </a:r>
          </a:p>
          <a:p>
            <a:r>
              <a:rPr lang="vi-VN" sz="2400" smtClean="0"/>
              <a:t>-Làm điều gì bạn muốn người nghe ghi nhớ</a:t>
            </a:r>
          </a:p>
        </p:txBody>
      </p:sp>
    </p:spTree>
    <p:extLst>
      <p:ext uri="{BB962C8B-B14F-4D97-AF65-F5344CB8AC3E}">
        <p14:creationId xmlns:p14="http://schemas.microsoft.com/office/powerpoint/2010/main" val="1825185985"/>
      </p:ext>
    </p:extLst>
  </p:cSld>
  <p:clrMapOvr>
    <a:masterClrMapping/>
  </p:clrMapOvr>
  <p:transition spd="slow">
    <p:cove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0FBADB-7F58-4B46-80A5-D21B7E8985D1}"/>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xmlns="" id="{F3453CFA-AC30-4273-B9C3-C3B836A17387}"/>
              </a:ext>
            </a:extLst>
          </p:cNvPr>
          <p:cNvSpPr>
            <a:spLocks noGrp="1"/>
          </p:cNvSpPr>
          <p:nvPr>
            <p:ph type="subTitle" idx="1"/>
          </p:nvPr>
        </p:nvSpPr>
        <p:spPr/>
        <p:txBody>
          <a:bodyPr/>
          <a:lstStyle/>
          <a:p>
            <a:endParaRPr lang="en-US"/>
          </a:p>
        </p:txBody>
      </p:sp>
      <p:sp>
        <p:nvSpPr>
          <p:cNvPr id="4" name="Rectangle 3">
            <a:extLst>
              <a:ext uri="{FF2B5EF4-FFF2-40B4-BE49-F238E27FC236}">
                <a16:creationId xmlns:a16="http://schemas.microsoft.com/office/drawing/2014/main" xmlns="" id="{F258AD94-9AA9-4DA1-85BC-0BDA32BDD41D}"/>
              </a:ext>
            </a:extLst>
          </p:cNvPr>
          <p:cNvSpPr/>
          <p:nvPr/>
        </p:nvSpPr>
        <p:spPr>
          <a:xfrm>
            <a:off x="0" y="0"/>
            <a:ext cx="12192000" cy="6858000"/>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87400" y="1794934"/>
            <a:ext cx="6976533" cy="400110"/>
          </a:xfrm>
          <a:prstGeom prst="rect">
            <a:avLst/>
          </a:prstGeom>
          <a:noFill/>
        </p:spPr>
        <p:txBody>
          <a:bodyPr wrap="square" rtlCol="0">
            <a:spAutoFit/>
          </a:bodyPr>
          <a:lstStyle/>
          <a:p>
            <a:r>
              <a:rPr lang="vi-VN" sz="2000" smtClean="0">
                <a:solidFill>
                  <a:schemeClr val="accent2"/>
                </a:solidFill>
              </a:rPr>
              <a:t>Ví dụ: sử dụng đoạn trích dẫn khi giới thiệu </a:t>
            </a:r>
            <a:endParaRPr lang="en-US" sz="2000">
              <a:solidFill>
                <a:schemeClr val="accent2"/>
              </a:solidFill>
            </a:endParaRPr>
          </a:p>
        </p:txBody>
      </p:sp>
      <p:sp>
        <p:nvSpPr>
          <p:cNvPr id="6" name="TextBox 5"/>
          <p:cNvSpPr txBox="1"/>
          <p:nvPr/>
        </p:nvSpPr>
        <p:spPr>
          <a:xfrm>
            <a:off x="1354666" y="2621671"/>
            <a:ext cx="7196667" cy="4154984"/>
          </a:xfrm>
          <a:prstGeom prst="rect">
            <a:avLst/>
          </a:prstGeom>
          <a:noFill/>
        </p:spPr>
        <p:txBody>
          <a:bodyPr wrap="square" rtlCol="0">
            <a:spAutoFit/>
          </a:bodyPr>
          <a:lstStyle/>
          <a:p>
            <a:r>
              <a:rPr lang="vi-VN" sz="2400" smtClean="0"/>
              <a:t>.Ví dụ: Ta có thể phát biểu trích dẫn lợi ích khi học ngành công nghệ thông tin</a:t>
            </a:r>
          </a:p>
          <a:p>
            <a:r>
              <a:rPr lang="vi-VN" sz="2400"/>
              <a:t>“Hàng năm, công nghệ mới luôn được phát triển và thể hiện tầm quan trọng của nó đối với cuộc sống. Các doanh nghiệp cũng thay đổi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a:t>
            </a:r>
          </a:p>
          <a:p>
            <a:endParaRPr lang="vi-VN" sz="2400" smtClean="0"/>
          </a:p>
        </p:txBody>
      </p:sp>
    </p:spTree>
    <p:extLst>
      <p:ext uri="{BB962C8B-B14F-4D97-AF65-F5344CB8AC3E}">
        <p14:creationId xmlns:p14="http://schemas.microsoft.com/office/powerpoint/2010/main" val="352370115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F0FBADB-7F58-4B46-80A5-D21B7E8985D1}"/>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xmlns="" id="{F3453CFA-AC30-4273-B9C3-C3B836A17387}"/>
              </a:ext>
            </a:extLst>
          </p:cNvPr>
          <p:cNvSpPr>
            <a:spLocks noGrp="1"/>
          </p:cNvSpPr>
          <p:nvPr>
            <p:ph type="subTitle" idx="1"/>
          </p:nvPr>
        </p:nvSpPr>
        <p:spPr/>
        <p:txBody>
          <a:bodyPr/>
          <a:lstStyle/>
          <a:p>
            <a:endParaRPr lang="en-US"/>
          </a:p>
        </p:txBody>
      </p:sp>
      <p:sp>
        <p:nvSpPr>
          <p:cNvPr id="4" name="Rectangle 3">
            <a:extLst>
              <a:ext uri="{FF2B5EF4-FFF2-40B4-BE49-F238E27FC236}">
                <a16:creationId xmlns:a16="http://schemas.microsoft.com/office/drawing/2014/main" xmlns="" id="{F258AD94-9AA9-4DA1-85BC-0BDA32BDD41D}"/>
              </a:ext>
            </a:extLst>
          </p:cNvPr>
          <p:cNvSpPr/>
          <p:nvPr/>
        </p:nvSpPr>
        <p:spPr>
          <a:xfrm>
            <a:off x="0" y="0"/>
            <a:ext cx="12192000" cy="6858000"/>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87400" y="1794934"/>
            <a:ext cx="6976533" cy="400110"/>
          </a:xfrm>
          <a:prstGeom prst="rect">
            <a:avLst/>
          </a:prstGeom>
          <a:noFill/>
        </p:spPr>
        <p:txBody>
          <a:bodyPr wrap="square" rtlCol="0">
            <a:spAutoFit/>
          </a:bodyPr>
          <a:lstStyle/>
          <a:p>
            <a:r>
              <a:rPr lang="vi-VN" sz="2000" smtClean="0">
                <a:solidFill>
                  <a:schemeClr val="accent2"/>
                </a:solidFill>
              </a:rPr>
              <a:t> Ví dụ minh chứng một vấn đề</a:t>
            </a:r>
            <a:endParaRPr lang="en-US" sz="2000">
              <a:solidFill>
                <a:schemeClr val="accent2"/>
              </a:solidFill>
            </a:endParaRPr>
          </a:p>
        </p:txBody>
      </p:sp>
      <p:sp>
        <p:nvSpPr>
          <p:cNvPr id="6" name="TextBox 5"/>
          <p:cNvSpPr txBox="1"/>
          <p:nvPr/>
        </p:nvSpPr>
        <p:spPr>
          <a:xfrm>
            <a:off x="1083733" y="2067543"/>
            <a:ext cx="7196667" cy="830997"/>
          </a:xfrm>
          <a:prstGeom prst="rect">
            <a:avLst/>
          </a:prstGeom>
          <a:noFill/>
        </p:spPr>
        <p:txBody>
          <a:bodyPr wrap="square" rtlCol="0">
            <a:spAutoFit/>
          </a:bodyPr>
          <a:lstStyle/>
          <a:p>
            <a:r>
              <a:rPr lang="vi-VN" sz="2400" smtClean="0"/>
              <a:t>.Bảng thống kê kết quả tuyển sinh 2020</a:t>
            </a:r>
            <a:endParaRPr lang="vi-VN" sz="2400"/>
          </a:p>
          <a:p>
            <a:endParaRPr lang="vi-VN" sz="2400" smtClean="0"/>
          </a:p>
        </p:txBody>
      </p:sp>
      <p:graphicFrame>
        <p:nvGraphicFramePr>
          <p:cNvPr id="8" name="Table 7"/>
          <p:cNvGraphicFramePr>
            <a:graphicFrameLocks noGrp="1"/>
          </p:cNvGraphicFramePr>
          <p:nvPr>
            <p:extLst>
              <p:ext uri="{D42A27DB-BD31-4B8C-83A1-F6EECF244321}">
                <p14:modId xmlns:p14="http://schemas.microsoft.com/office/powerpoint/2010/main" val="614930021"/>
              </p:ext>
            </p:extLst>
          </p:nvPr>
        </p:nvGraphicFramePr>
        <p:xfrm>
          <a:off x="1286933" y="2575719"/>
          <a:ext cx="8128000" cy="3977640"/>
        </p:xfrm>
        <a:graphic>
          <a:graphicData uri="http://schemas.openxmlformats.org/drawingml/2006/table">
            <a:tbl>
              <a:tblPr firstRow="1" bandRow="1">
                <a:tableStyleId>{5C22544A-7EE6-4342-B048-85BDC9FD1C3A}</a:tableStyleId>
              </a:tblPr>
              <a:tblGrid>
                <a:gridCol w="4064000"/>
                <a:gridCol w="4064000"/>
              </a:tblGrid>
              <a:tr h="370840">
                <a:tc>
                  <a:txBody>
                    <a:bodyPr/>
                    <a:lstStyle/>
                    <a:p>
                      <a:r>
                        <a:rPr lang="vi-VN" smtClean="0"/>
                        <a:t>Tên</a:t>
                      </a:r>
                      <a:r>
                        <a:rPr lang="vi-VN" baseline="0" smtClean="0"/>
                        <a:t> nghành/chuyên nghành</a:t>
                      </a:r>
                      <a:endParaRPr lang="en-US"/>
                    </a:p>
                  </a:txBody>
                  <a:tcPr/>
                </a:tc>
                <a:tc>
                  <a:txBody>
                    <a:bodyPr/>
                    <a:lstStyle/>
                    <a:p>
                      <a:r>
                        <a:rPr lang="vi-VN" smtClean="0"/>
                        <a:t>Số lượng</a:t>
                      </a:r>
                      <a:r>
                        <a:rPr lang="vi-VN" baseline="0" smtClean="0"/>
                        <a:t> tuyển sinh</a:t>
                      </a:r>
                      <a:endParaRPr lang="en-US"/>
                    </a:p>
                  </a:txBody>
                  <a:tcPr/>
                </a:tc>
              </a:tr>
              <a:tr h="370840">
                <a:tc>
                  <a:txBody>
                    <a:bodyPr/>
                    <a:lstStyle/>
                    <a:p>
                      <a:r>
                        <a:rPr lang="vi-VN" smtClean="0"/>
                        <a:t>Công</a:t>
                      </a:r>
                      <a:r>
                        <a:rPr lang="vi-VN" baseline="0" smtClean="0"/>
                        <a:t> nghệ thông tin</a:t>
                      </a:r>
                      <a:endParaRPr lang="en-US"/>
                    </a:p>
                  </a:txBody>
                  <a:tcPr/>
                </a:tc>
                <a:tc>
                  <a:txBody>
                    <a:bodyPr/>
                    <a:lstStyle/>
                    <a:p>
                      <a:pPr algn="ctr"/>
                      <a:r>
                        <a:rPr lang="vi-VN" smtClean="0"/>
                        <a:t>272</a:t>
                      </a:r>
                      <a:endParaRPr lang="en-US"/>
                    </a:p>
                  </a:txBody>
                  <a:tcPr/>
                </a:tc>
              </a:tr>
              <a:tr h="370840">
                <a:tc>
                  <a:txBody>
                    <a:bodyPr/>
                    <a:lstStyle/>
                    <a:p>
                      <a:r>
                        <a:rPr lang="vi-VN" smtClean="0"/>
                        <a:t>Công</a:t>
                      </a:r>
                      <a:r>
                        <a:rPr lang="vi-VN" baseline="0" smtClean="0"/>
                        <a:t> nghệ thông tinh –CLC</a:t>
                      </a:r>
                      <a:endParaRPr lang="en-US"/>
                    </a:p>
                  </a:txBody>
                  <a:tcPr/>
                </a:tc>
                <a:tc>
                  <a:txBody>
                    <a:bodyPr/>
                    <a:lstStyle/>
                    <a:p>
                      <a:pPr algn="ctr"/>
                      <a:r>
                        <a:rPr lang="vi-VN" smtClean="0"/>
                        <a:t>144</a:t>
                      </a:r>
                      <a:endParaRPr lang="en-US"/>
                    </a:p>
                  </a:txBody>
                  <a:tcPr/>
                </a:tc>
              </a:tr>
              <a:tr h="370840">
                <a:tc>
                  <a:txBody>
                    <a:bodyPr/>
                    <a:lstStyle/>
                    <a:p>
                      <a:r>
                        <a:rPr lang="vi-VN" smtClean="0"/>
                        <a:t>Công</a:t>
                      </a:r>
                      <a:r>
                        <a:rPr lang="vi-VN" baseline="0" smtClean="0"/>
                        <a:t> nghệ thông tin-HA</a:t>
                      </a:r>
                      <a:endParaRPr lang="en-US"/>
                    </a:p>
                  </a:txBody>
                  <a:tcPr/>
                </a:tc>
                <a:tc>
                  <a:txBody>
                    <a:bodyPr/>
                    <a:lstStyle/>
                    <a:p>
                      <a:pPr algn="ctr"/>
                      <a:r>
                        <a:rPr lang="vi-VN" smtClean="0"/>
                        <a:t>75</a:t>
                      </a:r>
                      <a:endParaRPr lang="en-US"/>
                    </a:p>
                  </a:txBody>
                  <a:tcPr/>
                </a:tc>
              </a:tr>
              <a:tr h="370840">
                <a:tc>
                  <a:txBody>
                    <a:bodyPr/>
                    <a:lstStyle/>
                    <a:p>
                      <a:r>
                        <a:rPr lang="vi-VN" smtClean="0"/>
                        <a:t>Mạng</a:t>
                      </a:r>
                      <a:r>
                        <a:rPr lang="vi-VN" baseline="0" smtClean="0"/>
                        <a:t> máy tính và truyền thông dữ liệu</a:t>
                      </a:r>
                      <a:endParaRPr lang="en-US"/>
                    </a:p>
                  </a:txBody>
                  <a:tcPr/>
                </a:tc>
                <a:tc>
                  <a:txBody>
                    <a:bodyPr/>
                    <a:lstStyle/>
                    <a:p>
                      <a:pPr algn="ctr"/>
                      <a:r>
                        <a:rPr lang="vi-VN" smtClean="0"/>
                        <a:t>149</a:t>
                      </a:r>
                      <a:endParaRPr lang="en-US"/>
                    </a:p>
                  </a:txBody>
                  <a:tcPr/>
                </a:tc>
              </a:tr>
              <a:tr h="370840">
                <a:tc>
                  <a:txBody>
                    <a:bodyPr/>
                    <a:lstStyle/>
                    <a:p>
                      <a:r>
                        <a:rPr lang="vi-VN" smtClean="0"/>
                        <a:t>Ký</a:t>
                      </a:r>
                      <a:r>
                        <a:rPr lang="vi-VN" baseline="0" smtClean="0"/>
                        <a:t> thuật phần mềm</a:t>
                      </a:r>
                      <a:endParaRPr lang="en-US"/>
                    </a:p>
                  </a:txBody>
                  <a:tcPr/>
                </a:tc>
                <a:tc>
                  <a:txBody>
                    <a:bodyPr/>
                    <a:lstStyle/>
                    <a:p>
                      <a:pPr algn="ctr"/>
                      <a:r>
                        <a:rPr lang="vi-VN" smtClean="0"/>
                        <a:t>266</a:t>
                      </a:r>
                      <a:endParaRPr lang="en-US"/>
                    </a:p>
                  </a:txBody>
                  <a:tcPr/>
                </a:tc>
              </a:tr>
              <a:tr h="370840">
                <a:tc>
                  <a:txBody>
                    <a:bodyPr/>
                    <a:lstStyle/>
                    <a:p>
                      <a:r>
                        <a:rPr lang="vi-VN" smtClean="0"/>
                        <a:t>Hệ</a:t>
                      </a:r>
                      <a:r>
                        <a:rPr lang="vi-VN" baseline="0" smtClean="0"/>
                        <a:t> thống thông tin</a:t>
                      </a:r>
                      <a:endParaRPr lang="en-US"/>
                    </a:p>
                  </a:txBody>
                  <a:tcPr/>
                </a:tc>
                <a:tc>
                  <a:txBody>
                    <a:bodyPr/>
                    <a:lstStyle/>
                    <a:p>
                      <a:pPr algn="ctr"/>
                      <a:r>
                        <a:rPr lang="vi-VN" smtClean="0"/>
                        <a:t>135</a:t>
                      </a:r>
                      <a:endParaRPr lang="en-US"/>
                    </a:p>
                  </a:txBody>
                  <a:tcPr/>
                </a:tc>
              </a:tr>
              <a:tr h="370840">
                <a:tc>
                  <a:txBody>
                    <a:bodyPr/>
                    <a:lstStyle/>
                    <a:p>
                      <a:r>
                        <a:rPr lang="vi-VN" smtClean="0"/>
                        <a:t>Khoa</a:t>
                      </a:r>
                      <a:r>
                        <a:rPr lang="vi-VN" baseline="0" smtClean="0"/>
                        <a:t> học máy tính</a:t>
                      </a:r>
                      <a:endParaRPr lang="en-US"/>
                    </a:p>
                  </a:txBody>
                  <a:tcPr/>
                </a:tc>
                <a:tc>
                  <a:txBody>
                    <a:bodyPr/>
                    <a:lstStyle/>
                    <a:p>
                      <a:pPr algn="ctr"/>
                      <a:r>
                        <a:rPr lang="vi-VN" smtClean="0"/>
                        <a:t>178</a:t>
                      </a:r>
                      <a:endParaRPr lang="en-US"/>
                    </a:p>
                  </a:txBody>
                  <a:tcPr/>
                </a:tc>
              </a:tr>
              <a:tr h="370840">
                <a:tc>
                  <a:txBody>
                    <a:bodyPr/>
                    <a:lstStyle/>
                    <a:p>
                      <a:r>
                        <a:rPr lang="vi-VN" smtClean="0"/>
                        <a:t>Tin học</a:t>
                      </a:r>
                      <a:r>
                        <a:rPr lang="vi-VN" baseline="0" smtClean="0"/>
                        <a:t> ứng dụng</a:t>
                      </a:r>
                      <a:endParaRPr lang="en-US"/>
                    </a:p>
                  </a:txBody>
                  <a:tcPr/>
                </a:tc>
                <a:tc>
                  <a:txBody>
                    <a:bodyPr/>
                    <a:lstStyle/>
                    <a:p>
                      <a:pPr algn="ctr"/>
                      <a:r>
                        <a:rPr lang="vi-VN" smtClean="0"/>
                        <a:t>32</a:t>
                      </a:r>
                      <a:endParaRPr lang="en-US"/>
                    </a:p>
                  </a:txBody>
                  <a:tcPr/>
                </a:tc>
              </a:tr>
              <a:tr h="370840">
                <a:tc>
                  <a:txBody>
                    <a:bodyPr/>
                    <a:lstStyle/>
                    <a:p>
                      <a:r>
                        <a:rPr lang="vi-VN" smtClean="0"/>
                        <a:t>Tổng</a:t>
                      </a:r>
                      <a:endParaRPr lang="en-US"/>
                    </a:p>
                  </a:txBody>
                  <a:tcPr/>
                </a:tc>
                <a:tc>
                  <a:txBody>
                    <a:bodyPr/>
                    <a:lstStyle/>
                    <a:p>
                      <a:pPr algn="ctr"/>
                      <a:r>
                        <a:rPr lang="vi-VN" smtClean="0"/>
                        <a:t>1251</a:t>
                      </a:r>
                      <a:endParaRPr lang="en-US"/>
                    </a:p>
                  </a:txBody>
                  <a:tcPr/>
                </a:tc>
              </a:tr>
            </a:tbl>
          </a:graphicData>
        </a:graphic>
      </p:graphicFrame>
    </p:spTree>
    <p:extLst>
      <p:ext uri="{BB962C8B-B14F-4D97-AF65-F5344CB8AC3E}">
        <p14:creationId xmlns:p14="http://schemas.microsoft.com/office/powerpoint/2010/main" val="93425050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2B07FAA3-1EE7-423B-A193-7CC276436E89}"/>
              </a:ext>
            </a:extLst>
          </p:cNvPr>
          <p:cNvSpPr/>
          <p:nvPr/>
        </p:nvSpPr>
        <p:spPr>
          <a:xfrm>
            <a:off x="0" y="0"/>
            <a:ext cx="12192000" cy="6858000"/>
          </a:xfrm>
          <a:prstGeom prst="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xmlns="" id="{E82836B9-8D5D-4145-A770-E9DC9ABE6EF5}"/>
              </a:ext>
            </a:extLst>
          </p:cNvPr>
          <p:cNvSpPr txBox="1"/>
          <p:nvPr/>
        </p:nvSpPr>
        <p:spPr>
          <a:xfrm>
            <a:off x="1543921" y="2889366"/>
            <a:ext cx="9335746" cy="830997"/>
          </a:xfrm>
          <a:prstGeom prst="rect">
            <a:avLst/>
          </a:prstGeom>
          <a:noFill/>
        </p:spPr>
        <p:txBody>
          <a:bodyPr wrap="square" rtlCol="0">
            <a:spAutoFit/>
          </a:bodyPr>
          <a:lstStyle/>
          <a:p>
            <a:r>
              <a:rPr lang="vi-VN" sz="4800" b="1" smtClean="0"/>
              <a:t>Cảm ơn sự chú ý của quý vị</a:t>
            </a:r>
            <a:endParaRPr lang="en-US" sz="4800" b="1" dirty="0"/>
          </a:p>
        </p:txBody>
      </p:sp>
      <p:sp>
        <p:nvSpPr>
          <p:cNvPr id="2" name="TextBox 1"/>
          <p:cNvSpPr txBox="1"/>
          <p:nvPr/>
        </p:nvSpPr>
        <p:spPr>
          <a:xfrm>
            <a:off x="3911600" y="2658534"/>
            <a:ext cx="5630333" cy="646331"/>
          </a:xfrm>
          <a:prstGeom prst="rect">
            <a:avLst/>
          </a:prstGeom>
          <a:noFill/>
        </p:spPr>
        <p:txBody>
          <a:bodyPr wrap="square" rtlCol="0">
            <a:spAutoFit/>
          </a:bodyPr>
          <a:lstStyle/>
          <a:p>
            <a:r>
              <a:rPr lang="vi-VN" sz="3600" b="1" smtClean="0"/>
              <a:t> </a:t>
            </a:r>
            <a:endParaRPr lang="en-US" sz="3600" b="1"/>
          </a:p>
        </p:txBody>
      </p:sp>
    </p:spTree>
    <p:extLst>
      <p:ext uri="{BB962C8B-B14F-4D97-AF65-F5344CB8AC3E}">
        <p14:creationId xmlns:p14="http://schemas.microsoft.com/office/powerpoint/2010/main" val="123965150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583659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376</Words>
  <Application>Microsoft Office PowerPoint</Application>
  <PresentationFormat>Widescreen</PresentationFormat>
  <Paragraphs>55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Tan Loc - B2504804</dc:creator>
  <cp:lastModifiedBy>Windows User</cp:lastModifiedBy>
  <cp:revision>7</cp:revision>
  <dcterms:created xsi:type="dcterms:W3CDTF">2026-02-04T13:50:35Z</dcterms:created>
  <dcterms:modified xsi:type="dcterms:W3CDTF">2026-02-05T00:46:24Z</dcterms:modified>
</cp:coreProperties>
</file>